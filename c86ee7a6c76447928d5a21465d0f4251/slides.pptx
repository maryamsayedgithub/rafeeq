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مرحباً بكم في جلستنا اليوم حول نسيج اللحاء في النبات. سنتعرف على هذا النسيج الحيوي الذي يعمل كشبكة توزيع للطاقة الناتجة عن عملية البناء الضوئي. سنركز على بنيته الفريدة وكيفية تكيفه لنقل السكريات بكفاءة عالية.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يتكون اللحاء من وحدات وظيفية متكاملة. الأنابيب الغربالية هي المسار المفتوح، بينما تعمل الخلايا المرافقة كمركز تحكم ودعم. هذا التعاون يضمن استمرار تدفق المواد الغذائية دون انقطاع.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تعتمد حركة السكريات على فرق الضغط الأسموزي بين مناطق التصنيع ومناطق الاستهلاك. هذه الآلية تسمى فرضية ضغط التدفق، وهي تشرح كيف ينتقل الغذاء عكس اتجاه الجاذبية أحياناً. العملية تتطلب طاقة كيميائية لتحميل السكر في البداية.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 المهم التمييز بين نظامي النقل في النبات. بينما يركز الخشب على نقل المواد الخام من الجذور، يركز اللحاء على توزيع نواتج البناء الضوئي. هذا التكامل هو ما يسمح للنبات بالنمو والبقاء.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ختاماً، اللحاء ليس مجرد أنابيب، بل هو نظام معقد يربط أجزاء النبات ببعضها. فهمنا لهذه الآليات يفتح آفاقاً في الزراعة والتحكم في نمو النبات. شكراً لحضوركم، وأنا مستعد لاستقبال أسئلتكم حول هذا الموضوع.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058400" cy="411480"/>
          </a:xfrm>
          <a:prstGeom prst="rect">
            <a:avLst/>
          </a:prstGeom>
          <a:noFill/>
        </p:spPr>
        <p:txBody>
          <a:bodyPr wrap="square" anchor="t" lIns="0" rIns="0" tIns="0" bIns="0">
            <a:spAutoFit/>
          </a:bodyPr>
          <a:lstStyle/>
          <a:p>
            <a:pPr algn="r" rtl="1"/>
            <a:r>
              <a:rPr sz="1600" b="1">
                <a:solidFill>
                  <a:srgbClr val="B8C1D9"/>
                </a:solidFill>
                <a:latin typeface="Segoe UI"/>
              </a:rPr>
              <a:t>بايو</a:t>
            </a:r>
          </a:p>
        </p:txBody>
      </p:sp>
      <p:sp>
        <p:nvSpPr>
          <p:cNvPr id="6" name="TextBox 5"/>
          <p:cNvSpPr txBox="1"/>
          <p:nvPr/>
        </p:nvSpPr>
        <p:spPr>
          <a:xfrm>
            <a:off x="914400" y="2468880"/>
            <a:ext cx="10332720" cy="2194560"/>
          </a:xfrm>
          <a:prstGeom prst="rect">
            <a:avLst/>
          </a:prstGeom>
          <a:noFill/>
        </p:spPr>
        <p:txBody>
          <a:bodyPr wrap="square" anchor="t" lIns="0" rIns="0" tIns="0" bIns="0">
            <a:spAutoFit/>
          </a:bodyPr>
          <a:lstStyle/>
          <a:p>
            <a:pPr algn="r" rtl="1"/>
            <a:r>
              <a:rPr sz="4800" b="1">
                <a:solidFill>
                  <a:srgbClr val="FFFFFF"/>
                </a:solidFill>
                <a:latin typeface="Segoe UI"/>
              </a:rPr>
              <a:t>الحاء في النبات</a:t>
            </a:r>
          </a:p>
        </p:txBody>
      </p:sp>
      <p:sp>
        <p:nvSpPr>
          <p:cNvPr id="7" name="TextBox 6"/>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د. منى</a:t>
            </a:r>
          </a:p>
        </p:txBody>
      </p:sp>
      <p:sp>
        <p:nvSpPr>
          <p:cNvPr id="8" name="TextBox 7"/>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9" name="TextBox 8"/>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مقدمة في النسيج الوعائي اللحائي</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اللحاء هو نسيج وعائي متخصص لنقل الغذاء</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ينقل السكريات المصنعة من الأوراق إلى باقي أجزاء النبات</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يتكون من خلايا حية تفتقر لبعض العضيات الأساسية</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يعمل كجهاز توزيع حيوي للطاقة الكيميائية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تركيب الأنابيب الغربالية والخلايا المرافقة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الأنابيب الغربالية تشكل مسارات النقل الرئيسية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تفتقر الأنابيب لنواة وريبوسومات لزيادة كفاءة التدفق</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الخلايا المرافقة توفر الدعم الأيضي للأنابيب الغربالية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تتصل الخلايا عبر روابط بلازمية دقيقة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تكوين الأنابيب الغربالية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ارتباط الخلايا المرافقة</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فتح الروابط البلازمية</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بدء تدفق السكريات</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آلية ضغط التدفق في اللحاء</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يتم تحميل السكروز في الأنابيب الغربالية بنشاط</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دخول السكر يقلل جهد الماء داخل الأنبوب</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ينتقل الماء من الخشب إلى اللحاء بالخاصية الأسموزية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يتحرك السائل الناتج نحو مناطق الاستهلاك بضغط مرتفع</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تحميل السكروز</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دخول الماء أسموزياً</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ارتفاع ضغط التدفق</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تفريغ السكر بالمصارف</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مقارنة بين الخشب واللحاء</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الخشب ينقل الماء والمعادن للأعلى فقط</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اللحاء ينقل السكريات في اتجاهات متعددة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خلايا الخشب ميتة عند النضج بينما اللحاء حي</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الخشب يوفر دعامة هيكلية قوية للنبات</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الماء بالخشب</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تصنيع السكر بالأوراق</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توزيع اللحاء للغذاء</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تكامل النقل الوعائي</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هي الوظيفة الأساسية للنسيج الوعائي اللحائي في النبات؟</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نقل الماء من الجذور للأوراق</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نقل السكريات من المصدر للمصب</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تثبيت النبات في التربة بقوة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امتصاص الأملاح المعدنية الذائبة</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هي الوظيفة الأساسية للنسيج الوعائي اللحائي في النبات؟</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نقل الماء من الجذور للأوراق</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B.  نقل السكريات من المصدر للمصب</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تثبيت النبات في التربة بقوة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امتصاص الأملاح المعدنية الذائبة</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اللحاء متخصص في نقل نواتج عملية البناء الضوئي مثل السكروز من أماكن التصنيع إلى أماكن الاستهلاك أو التخزين.</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الدور الحيوي الذي تقوم به الخلايا المرافقة في اللحاء؟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توفير الدعم الهيكلي للأنابيب</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تخزين الماء الزائد عن الحاجة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تنظيم نشاط أنابيب الغربال الحيوية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تثبيت النيتروجين الجوي للنبات</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الدور الحيوي الذي تقوم به الخلايا المرافقة في اللحاء؟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توفير الدعم الهيكلي للأنابيب</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تخزين الماء الزائد عن الحاجة</a:t>
            </a:r>
          </a:p>
        </p:txBody>
      </p:sp>
      <p:sp>
        <p:nvSpPr>
          <p:cNvPr id="8" name="Rounded Rectangle 7"/>
          <p:cNvSpPr/>
          <p:nvPr/>
        </p:nvSpPr>
        <p:spPr>
          <a:xfrm>
            <a:off x="640080" y="338328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C.  تنظيم نشاط أنابيب الغربال الحيوية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تثبيت النيتروجين الجوي للنبات</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الخلايا المرافقة تحتوي على عضيات نشطة وتدعم أنابيب الغربال التي تفتقر إلى النواة والريبوسومات.</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كيف يتم نقل السكريات وفقاً لفرضية ضغط التدفق؟</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عبر تدرج الضغط الأسموزي</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بفعل قوة النتح الساحبة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بواسطة النقل السلبي فقط</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عن طريق الحركة البروانية</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كيف يتم نقل السكريات وفقاً لفرضية ضغط التدفق؟</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A.  عبر تدرج الضغط الأسموزي</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بفعل قوة النتح الساحبة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بواسطة النقل السلبي فقط</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عن طريق الحركة البروانية</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يؤدي تحميل السكر في اللحاء إلى زيادة الضغط الأسموزي، مما يسحب الماء ويولد ضغطاً يدفع المحلول نحو المصب.</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تطبيقات عملية ومراجعة</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فهم اللحاء يساعد في تحسين إنتاجية المحاصيل</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تأثير الآفات الحشرية التي تتغذى على عصارة اللحاء</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اللحاء يربط بين عمليات البناء الضوئي والنمو</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نظام النقل الوعائي هو سر نجاح النباتات الراقية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بايو</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