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نبدأ اليوم بربط علم الأحياء بالبرمجة كائنية التوجه. سنقوم بتحويل الخلية الحيوانية إلى نموذج برمجية يسهل التعامل معه. تذكروا أن البناء الضوئي الذي ناقشناه سابقاً يعتمد على تفاعلات كيميائية يمكننا محاكاتها برمجياً أيضاً.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هذه الخطوة، نقوم ببناء الهيكل الأساسي للخلية. نستخدم الكلاسات لتمثيل المكونات الحيوية بشكل منظم. هذا يساعدنا في الحفاظ على البيانات وتجنب الأخطاء أثناء المحاكاة.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كل عضية داخل الخلية تعمل كجزء من نظام متكامل. نقوم ببرمجة الميتوكوندريا لتمثيل إنتاج الطاقة، وهو ما يقابل تحويل الطاقة في البناء الضوئي. نستخدم الدوال لتحديث حالة هذه العضيات بمرور الوقت.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الآن نقوم بتفعيل الخلية عبر الدوال. كل دالة تمثل عملية حيوية حقيقية داخل الخلية. هذا يتيح لنا مراقبة كيف تتفاعل العضيات مع بعضها البعض في بيئة افتراضية.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ختاماً، تعلمنا كيف نحول الخلية إلى كود برمجية قابل للتطوير. تذكروا دائماً أن التجريد هو مفتاح النجاح في نمذجة الأنظمة الحيوية. يمكنكم الآن بناء نماذج أكثر تعقيداً تحاكي أنسجة كاملة.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058400" cy="411480"/>
          </a:xfrm>
          <a:prstGeom prst="rect">
            <a:avLst/>
          </a:prstGeom>
          <a:noFill/>
        </p:spPr>
        <p:txBody>
          <a:bodyPr wrap="square" anchor="t" lIns="0" rIns="0" tIns="0" bIns="0">
            <a:spAutoFit/>
          </a:bodyPr>
          <a:lstStyle/>
          <a:p>
            <a:pPr algn="l"/>
            <a:r>
              <a:rPr sz="1600" b="1">
                <a:solidFill>
                  <a:srgbClr val="B8C1D9"/>
                </a:solidFill>
                <a:latin typeface="Segoe UI"/>
              </a:rPr>
              <a:t>TEST</a:t>
            </a:r>
          </a:p>
        </p:txBody>
      </p:sp>
      <p:sp>
        <p:nvSpPr>
          <p:cNvPr id="6" name="TextBox 5"/>
          <p:cNvSpPr txBox="1"/>
          <p:nvPr/>
        </p:nvSpPr>
        <p:spPr>
          <a:xfrm>
            <a:off x="914400" y="2468880"/>
            <a:ext cx="10332720" cy="2194560"/>
          </a:xfrm>
          <a:prstGeom prst="rect">
            <a:avLst/>
          </a:prstGeom>
          <a:noFill/>
        </p:spPr>
        <p:txBody>
          <a:bodyPr wrap="square" anchor="t" lIns="0" rIns="0" tIns="0" bIns="0">
            <a:spAutoFit/>
          </a:bodyPr>
          <a:lstStyle/>
          <a:p>
            <a:pPr algn="r" rtl="1"/>
            <a:r>
              <a:rPr sz="4800" b="1">
                <a:solidFill>
                  <a:srgbClr val="FFFFFF"/>
                </a:solidFill>
                <a:latin typeface="Segoe UI"/>
              </a:rPr>
              <a:t>الخليه الحيوانيه</a:t>
            </a:r>
          </a:p>
        </p:txBody>
      </p:sp>
      <p:sp>
        <p:nvSpPr>
          <p:cNvPr id="7" name="TextBox 6"/>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د. منى</a:t>
            </a:r>
          </a:p>
        </p:txBody>
      </p:sp>
      <p:sp>
        <p:nvSpPr>
          <p:cNvPr id="8" name="TextBox 7"/>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9" name="TextBox 8"/>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نمذجة الأنظمة الحيوية برمجياً</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تحويل المكونات البيولوجية إلى كائنات برمجية Object-Oriented</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تمثيل الخلية كفئة Class تحتوي على خصائص ووظائف</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ربط المفاهيم الحيوية بهياكل البيانات في لغة Python</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تسهيل محاكاة العمليات الخلوية المعقدة عبر البرمجة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هيكلة فئة الخلية الحيوانية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تعريف فئة AnimalCell كقالب أساسي للخلية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تحديد الخصائص المشتركة مثل النواة والغشاء الخلوي</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Constructor لتهيئة الحالة الأولية للخلية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تغليف البيانات Encapsulation لحماية المكونات الداخلية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تعريف فئة AnimalCell</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إضافة الخصائص الأساسية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إنشاء كائن جديد</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تحديد الحالة الأولية</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تنفيذ العضيات والوظائف</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إضافة الميتوكوندريا كعضو مسؤول عن إنتاج الطاقة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تحديد سمات العضيات مثل الحجم والنشاط الحيوي</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الدوال Methods لتمثيل العمليات الحيوية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تحديث حالة العضيات بناءً على التفاعلات</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تحديد العضية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تعريف خصائصها</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ربطها بالوظيفة</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تحديث الحالة</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محاكاة العمليات الخلوية</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برمجة دوال لمحاكاة التنفس الخلوي ونقل المواد</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تفاعل العضيات مع بعضها لتبادل الإشارات</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منطق برمجي لتمثيل استجابة الخلية للمؤثرات</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اختبار سلوك الخلية عبر استدعاء الدوال</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استدعاء الدالة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معالجة البيانات</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تغيير حالة العضية</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إرجاع النتيجة</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الهدف الأساسي من استخدام البرمجة كائنية التوجه (OOP) في نمذجة الأنظمة البيولوجية؟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تقليل استهلاك الذاكرة في النظام</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تمثيل المكونات البيولوجية ككائنات</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تسريع معالجة البيانات الحسابية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تجنب استخدام لغات البرمجة المعقدة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هو الهدف الأساسي من استخدام البرمجة كائنية التوجه (OOP) في نمذجة الأنظمة البيولوجية؟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تقليل استهلاك الذاكرة في النظام</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B.  تمثيل المكونات البيولوجية ككائنات</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تسريع معالجة البيانات الحسابية</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تجنب استخدام لغات البرمجة المعقدة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تسمح البرمجة كائنية التوجه بتمثيل المكونات البيولوجية مثل الخلايا والعضيات ككائنات لها خصائص وسلوكيات محددة.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عند تعريف فئة AnimalCell، ما هو المكون الذي يمثل الخصائص الثابتة للخلية؟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الأساليب (Methods)</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المعاملات (Parameters)</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السمات (Attributes)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المكتبات (Libraries)</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عند تعريف فئة AnimalCell، ما هو المكون الذي يمثل الخصائص الثابتة للخلية؟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الأساليب (Methods)</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المعاملات (Parameters)</a:t>
            </a:r>
          </a:p>
        </p:txBody>
      </p:sp>
      <p:sp>
        <p:nvSpPr>
          <p:cNvPr id="8" name="Rounded Rectangle 7"/>
          <p:cNvSpPr/>
          <p:nvPr/>
        </p:nvSpPr>
        <p:spPr>
          <a:xfrm>
            <a:off x="640080" y="338328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C.  السمات (Attributes)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المكتبات (Libraries)</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تمثل السمات (Attributes) البيانات أو الخصائص التي تصف حالة الكائن، مثل حجم الخلية أو نوعها.</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الوظيفة الأساسية للمنشئ (Constructor) داخل فئة الخلية؟</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A.  تهيئة قيم السمات عند إنشاء الكائن</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حذف الكائن من ذاكرة النظام</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تغيير سلوك الخلية أثناء التشغيل</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تخزين نتائج العمليات الحيوية</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ما هي الوظيفة الأساسية للمنشئ (Constructor) داخل فئة الخلية؟</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1">
                <a:solidFill>
                  <a:srgbClr val="1F7A4D"/>
                </a:solidFill>
                <a:latin typeface="Segoe UI"/>
              </a:rPr>
              <a:t>A.  تهيئة قيم السمات عند إنشاء الكائن</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B.  حذف الكائن من ذاكرة النظام</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C.  تغيير سلوك الخلية أثناء التشغيل</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rtl="1"/>
            <a:r>
              <a:rPr sz="1800" b="0">
                <a:solidFill>
                  <a:srgbClr val="1B2540"/>
                </a:solidFill>
                <a:latin typeface="Segoe UI"/>
              </a:rPr>
              <a:t>D.  تخزين نتائج العمليات الحيوية</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يُستخدم المنشئ لتعيين القيم الأولية لسمات الكائن فور إنشائه في الذاكرة.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خلاصة ونمذجة البيانات الحيوية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إنشاء كائنات متعددة لتمثيل أنسجة حيوية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أهمية التجريد في تبسيط الأنظمة البيولوجية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اتباع أفضل الممارسات في تسمية المتغيرات والدوال</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توسيع النموذج ليشمل تفاعلات أكثر تعقيداً</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د. منى · test</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